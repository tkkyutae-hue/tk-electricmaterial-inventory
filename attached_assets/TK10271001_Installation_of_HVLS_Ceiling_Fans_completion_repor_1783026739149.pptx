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743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3200400"/>
            <a:ext cx="3657600" cy="36576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D6ECC5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of HVLS Ceiling Fans (TK10271001)
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577840"/>
            <a:ext cx="2560320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43000"/>
            <a:ext cx="1737360" cy="859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828800"/>
            <a:ext cx="8412480" cy="886968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82880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84708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84708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78892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80720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80720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3749040"/>
            <a:ext cx="8412480" cy="886968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74904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76732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76732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5760" y="4709160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470916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72744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72744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Picture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5760" y="5669280"/>
            <a:ext cx="8412480" cy="886968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566928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568756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88720" y="568756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Picture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WORK FINAL REPORT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685800"/>
            <a:ext cx="84124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12700">
            <a:solidFill>
              <a:srgbClr val="C0C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3560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of HVLS Ceiling Fans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TK10271001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09397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ELECTRIC LLC.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Item: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Works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75234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Description: 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081528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Installed HVLS ceiling fans.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Installed conduit and power wiring for ceiling fan power supply.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Installed boxes, conduit, and wiring for fan controllers.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Performed functional testing and labeling after installation.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445312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hereby report that the above work (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of HVLS Ceiling Fans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has been completed as described.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Date:  2026-07-01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5897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Contractor:  TK ELECTRIC LLC.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QUOTATION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557784"/>
            <a:ext cx="6263640" cy="6300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DRAWING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of HVLS Ceiling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15361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Drawing image not uploaded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WORK PICTURE  1 / 3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of HVLS Ceiling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4160520" cy="37033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7432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4747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72768"/>
            <a:ext cx="4160520" cy="37033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70916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78231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WORK PICTURE  2 / 3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of HVLS Ceiling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4160520" cy="37033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7432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4747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72768"/>
            <a:ext cx="4160520" cy="37033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70916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78231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WORK PICTURE  3 / 3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of HVLS Ceiling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4160520" cy="37033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7432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4747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72768"/>
            <a:ext cx="4160520" cy="37033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709160" y="5276088"/>
            <a:ext cx="416052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782312" y="5312664"/>
            <a:ext cx="4014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WORK PICTURE  1 / 1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of HVLS Ceiling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 photos uploaded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2026-07-02T21:11:37Z</dcterms:created>
  <dcterms:modified xsi:type="dcterms:W3CDTF">2026-07-02T21:11:37Z</dcterms:modified>
</cp:coreProperties>
</file>