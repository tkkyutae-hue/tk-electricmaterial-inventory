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334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41148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4114800" cy="41148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029200" y="2743200"/>
            <a:ext cx="4114800" cy="41148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0" y="3200400"/>
            <a:ext cx="3657600" cy="3657600"/>
          </a:xfrm>
          <a:prstGeom prst="ellipse">
            <a:avLst/>
          </a:prstGeom>
          <a:solidFill>
            <a:srgbClr val="F0FAE8"/>
          </a:solidFill>
          <a:ln w="12700">
            <a:solidFill>
              <a:srgbClr val="D6ECC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554480" cy="521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2286000"/>
            <a:ext cx="7315200" cy="1645920"/>
          </a:xfrm>
          <a:prstGeom prst="roundRect">
            <a:avLst>
              <a:gd name="adj" fmla="val 8333"/>
            </a:avLst>
          </a:prstGeom>
          <a:solidFill>
            <a:srgbClr val="D6ECC5"/>
          </a:solidFill>
          <a:ln w="12700">
            <a:solidFill>
              <a:srgbClr val="5D9B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097280" y="237744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Farm CT(Current Transformer) Installation (TKM101049)
</a:t>
            </a: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Final Report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55448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668780"/>
            <a:ext cx="8412480" cy="886968"/>
          </a:xfrm>
          <a:prstGeom prst="rect">
            <a:avLst/>
          </a:prstGeom>
          <a:solidFill>
            <a:srgbClr val="D6ECC5"/>
          </a:solidFill>
          <a:ln w="12700">
            <a:solidFill>
              <a:srgbClr val="A8D0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65760" y="1668780"/>
            <a:ext cx="640080" cy="886968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65760" y="1687068"/>
            <a:ext cx="640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1687068"/>
            <a:ext cx="7223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Final Report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2628900"/>
            <a:ext cx="84124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65760" y="2628900"/>
            <a:ext cx="640080" cy="886968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65760" y="2647188"/>
            <a:ext cx="640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2647188"/>
            <a:ext cx="7223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65760" y="3589020"/>
            <a:ext cx="8412480" cy="886968"/>
          </a:xfrm>
          <a:prstGeom prst="rect">
            <a:avLst/>
          </a:prstGeom>
          <a:solidFill>
            <a:srgbClr val="D6ECC5"/>
          </a:solidFill>
          <a:ln w="12700">
            <a:solidFill>
              <a:srgbClr val="A8D0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65760" y="3589020"/>
            <a:ext cx="640080" cy="886968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365760" y="3607308"/>
            <a:ext cx="640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88720" y="3607308"/>
            <a:ext cx="7223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65760" y="4549140"/>
            <a:ext cx="84124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365760" y="4549140"/>
            <a:ext cx="640080" cy="886968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365760" y="4567428"/>
            <a:ext cx="640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4567428"/>
            <a:ext cx="7223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Picture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01  WORK FINAL REPORT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554480" cy="521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85800"/>
            <a:ext cx="841248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Final Report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1353312"/>
            <a:ext cx="8046720" cy="0"/>
          </a:xfrm>
          <a:prstGeom prst="line">
            <a:avLst/>
          </a:prstGeom>
          <a:noFill/>
          <a:ln w="12700">
            <a:solidFill>
              <a:srgbClr val="C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144475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Name:  Tank Farm CT(Current Transformer) Installation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73936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Number:  TKM101049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Name:  TK ELECTRIC LLC.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43230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Item:  Electric Works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76148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Description:  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090672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Install CTs on the load-side feeders for each pump in the Pump Panel.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Terminate control cables at each CT and route the cables to the PLC Panel.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Complete control cable connections and verify proper CT installation and signal operation.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446227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hereby report that the above work (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Farm CT(Current Transformer) Installation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has been completed as described.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5577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Date:  2026-08-08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5897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Contractor:  TK ELECTRIC LLC.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02  QUOTATION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554480" cy="52120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640080"/>
            <a:ext cx="4663440" cy="6035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03  DRAWING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554480" cy="52120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457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Farm CT(Current Transformer) Installation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Farm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Electric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1463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274320" y="41148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[N/A]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D9B3B"/>
          </a:solidFill>
          <a:ln w="12700">
            <a:solidFill>
              <a:srgbClr val="5D9B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04  WORK PICTURE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6576"/>
            <a:ext cx="1554480" cy="52120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457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Farm CT(Current Transformer) Installation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Tank Farm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C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 Electric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D0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44752"/>
            <a:ext cx="4114800" cy="49743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1444752"/>
            <a:ext cx="4114800" cy="4974336"/>
          </a:xfrm>
          <a:prstGeom prst="rect">
            <a:avLst/>
          </a:prstGeom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"/>
          <p:cNvSpPr/>
          <p:nvPr/>
        </p:nvSpPr>
        <p:spPr>
          <a:xfrm>
            <a:off x="411480" y="6419088"/>
            <a:ext cx="4114800" cy="23774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4"/>
          <p:cNvSpPr/>
          <p:nvPr/>
        </p:nvSpPr>
        <p:spPr>
          <a:xfrm>
            <a:off x="521208" y="6473952"/>
            <a:ext cx="389534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CT Installation 1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444752"/>
            <a:ext cx="4114800" cy="4974336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617720" y="1444752"/>
            <a:ext cx="4114800" cy="4974336"/>
          </a:xfrm>
          <a:prstGeom prst="rect">
            <a:avLst/>
          </a:prstGeom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4617720" y="6419088"/>
            <a:ext cx="4114800" cy="23774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4727448" y="6473952"/>
            <a:ext cx="389534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CT Installation 2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0" y="6656832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</Words>
  <Application>Microsoft Office PowerPoint</Application>
  <PresentationFormat>On-screen Show (4:3)</PresentationFormat>
  <Paragraphs>58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KYUTAE KIM</cp:lastModifiedBy>
  <cp:revision>2</cp:revision>
  <dcterms:created xsi:type="dcterms:W3CDTF">2026-08-10T13:10:58Z</dcterms:created>
  <dcterms:modified xsi:type="dcterms:W3CDTF">2026-08-10T13:11:47Z</dcterms:modified>
</cp:coreProperties>
</file>