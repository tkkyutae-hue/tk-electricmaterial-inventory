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5029200" cy="50292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200400"/>
            <a:ext cx="5029200" cy="50292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749040"/>
            <a:ext cx="5029200" cy="50292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7315200" cy="1645920"/>
          </a:xfrm>
          <a:prstGeom prst="roundRect">
            <a:avLst>
              <a:gd name="adj" fmla="val 8333"/>
            </a:avLst>
          </a:prstGeom>
          <a:solidFill>
            <a:srgbClr val="D6ECC5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Room Starlink Installation (TKM101052)
</a:t>
            </a:r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577840"/>
            <a:ext cx="2560320" cy="1261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PROJECT COMPLETION REPORT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685800"/>
            <a:ext cx="84124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1353312"/>
            <a:ext cx="8046720" cy="0"/>
          </a:xfrm>
          <a:prstGeom prst="line">
            <a:avLst/>
          </a:prstGeom>
          <a:noFill/>
          <a:ln w="12700">
            <a:solidFill>
              <a:srgbClr val="C0C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173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Name:   VIP Room Starlink Installation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 Number:      TKM101052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Company Name:   TK ELECTRIC LLC.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Contract Item:  Electric 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Work Description: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hereby report that the above work (VIP Room Starlink Installation) has been completed as described.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577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Date:  —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5897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Contractor:  TK ELECTRIC LLC.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PROJECT COMPLETION REPORT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32004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Quotation image not uploaded 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PROJECT COMPLETION REPORT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Room Starlink Installation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15361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Drawing image not uploaded 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PROJECT COMPLETION REPORT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288"/>
            <a:ext cx="1097280" cy="5394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66928"/>
            <a:ext cx="9144000" cy="228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188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Room Starlink Installation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657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 photos uploaded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2026-06-26T13:57:11Z</dcterms:created>
  <dcterms:modified xsi:type="dcterms:W3CDTF">2026-06-26T13:57:11Z</dcterms:modified>
</cp:coreProperties>
</file>