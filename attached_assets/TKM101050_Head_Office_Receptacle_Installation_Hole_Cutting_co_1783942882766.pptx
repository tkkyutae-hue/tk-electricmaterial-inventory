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image" Target="../media/image-6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4114800"/>
          </a:xfrm>
          <a:prstGeom prst="ellipse">
            <a:avLst/>
          </a:prstGeom>
          <a:solidFill>
            <a:srgbClr val="F0FAE8"/>
          </a:solidFill>
          <a:ln w="12700">
            <a:solidFill>
              <a:srgbClr val="D6EC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4114800" cy="4114800"/>
          </a:xfrm>
          <a:prstGeom prst="ellipse">
            <a:avLst/>
          </a:prstGeom>
          <a:solidFill>
            <a:srgbClr val="F0FAE8"/>
          </a:solidFill>
          <a:ln w="12700">
            <a:solidFill>
              <a:srgbClr val="D6EC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2743200"/>
            <a:ext cx="4114800" cy="4114800"/>
          </a:xfrm>
          <a:prstGeom prst="ellipse">
            <a:avLst/>
          </a:prstGeom>
          <a:solidFill>
            <a:srgbClr val="F0FAE8"/>
          </a:solidFill>
          <a:ln w="12700">
            <a:solidFill>
              <a:srgbClr val="D6EC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3200400"/>
            <a:ext cx="3657600" cy="3657600"/>
          </a:xfrm>
          <a:prstGeom prst="ellipse">
            <a:avLst/>
          </a:prstGeom>
          <a:solidFill>
            <a:srgbClr val="F0FAE8"/>
          </a:solidFill>
          <a:ln w="12700">
            <a:solidFill>
              <a:srgbClr val="D6EC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36576"/>
            <a:ext cx="1554480" cy="5212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4400" y="2286000"/>
            <a:ext cx="7315200" cy="1645920"/>
          </a:xfrm>
          <a:prstGeom prst="roundRect">
            <a:avLst>
              <a:gd name="adj" fmla="val 8333"/>
            </a:avLst>
          </a:prstGeom>
          <a:solidFill>
            <a:srgbClr val="D6ECC5"/>
          </a:solidFill>
          <a:ln w="12700">
            <a:solidFill>
              <a:srgbClr val="5D9B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237744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Office Receptacle Installation / Hole Cutting (TKM101050)
</a:t>
            </a:r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Final Report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7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36576"/>
            <a:ext cx="1554480" cy="521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828800"/>
            <a:ext cx="8412480" cy="877824"/>
          </a:xfrm>
          <a:prstGeom prst="rect">
            <a:avLst/>
          </a:prstGeom>
          <a:solidFill>
            <a:srgbClr val="D6ECC5"/>
          </a:solidFill>
          <a:ln w="12700">
            <a:solidFill>
              <a:srgbClr val="A8D08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828800"/>
            <a:ext cx="640080" cy="877824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847088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88720" y="1847088"/>
            <a:ext cx="7223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Final Report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65760" y="2779776"/>
            <a:ext cx="84124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A8D08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2779776"/>
            <a:ext cx="640080" cy="877824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2798064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88720" y="2798064"/>
            <a:ext cx="7223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65760" y="3730752"/>
            <a:ext cx="8412480" cy="877824"/>
          </a:xfrm>
          <a:prstGeom prst="rect">
            <a:avLst/>
          </a:prstGeom>
          <a:solidFill>
            <a:srgbClr val="D6ECC5"/>
          </a:solidFill>
          <a:ln w="12700">
            <a:solidFill>
              <a:srgbClr val="A8D08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3730752"/>
            <a:ext cx="640080" cy="877824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3749040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88720" y="3749040"/>
            <a:ext cx="7223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65760" y="4681728"/>
            <a:ext cx="84124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A8D08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4681728"/>
            <a:ext cx="640080" cy="877824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4700016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88720" y="4700016"/>
            <a:ext cx="7223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of Receptacle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65760" y="5632704"/>
            <a:ext cx="8412480" cy="877824"/>
          </a:xfrm>
          <a:prstGeom prst="rect">
            <a:avLst/>
          </a:prstGeom>
          <a:solidFill>
            <a:srgbClr val="D6ECC5"/>
          </a:solidFill>
          <a:ln w="12700">
            <a:solidFill>
              <a:srgbClr val="A8D08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5632704"/>
            <a:ext cx="640080" cy="877824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5650992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88720" y="5650992"/>
            <a:ext cx="7223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of Audio 6 Holes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01  WORK FINAL REPORT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36576"/>
            <a:ext cx="1554480" cy="521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85800"/>
            <a:ext cx="84124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Final Report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1353312"/>
            <a:ext cx="8046720" cy="0"/>
          </a:xfrm>
          <a:prstGeom prst="line">
            <a:avLst/>
          </a:prstGeom>
          <a:noFill/>
          <a:ln w="12700">
            <a:solidFill>
              <a:srgbClr val="C0C0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444752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Name: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Office Receptacle Installation / Hole Cutting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773936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Number: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TKM101050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103120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Name: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 ELECTRIC LLC.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432304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Item: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&amp; General Works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2761488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Description:  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3090672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- Installed 120V receptacles and performed testing to verify proper operation.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-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- Cut six (6) holes for audio system installation.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22960" y="4462272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hereby report that the above work (</a:t>
            </a:r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Office Receptacle Installation / Hole Cutting</a:t>
            </a:r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has been completed as described.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5577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Date:  2026-07-08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" y="5897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Contractor:  TK ELECTRIC LLC.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02  QUOTATION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36576"/>
            <a:ext cx="1554480" cy="52120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180" y="640080"/>
            <a:ext cx="6263640" cy="6035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03  DRAWING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36576"/>
            <a:ext cx="1554480" cy="521208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017520"/>
                <a:gridCol w="118872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Office Receptacle Installation / Hole Cutting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2026-07-08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Office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 Electric 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14630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8595360" cy="4572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04  PHOTOS OF RECEPTACLE  1 / 1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36576"/>
            <a:ext cx="1554480" cy="521208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017520"/>
                <a:gridCol w="118872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Office Receptacle Installation / Hole Cutting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2026-07-08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Office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 Electric 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11480" y="1444752"/>
            <a:ext cx="4114800" cy="2093976"/>
          </a:xfrm>
          <a:prstGeom prst="rect">
            <a:avLst/>
          </a:prstGeom>
          <a:solidFill>
            <a:srgbClr val="E8E8E8"/>
          </a:solidFill>
          <a:ln w="12700">
            <a:solidFill>
              <a:srgbClr val="D0D0D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1480" y="1444752"/>
            <a:ext cx="4114800" cy="2093976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411480" y="3538728"/>
            <a:ext cx="411480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521208" y="3593592"/>
            <a:ext cx="389534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120V RECEPTACLE INSTALLATION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4617720" y="1444752"/>
            <a:ext cx="4114800" cy="2093976"/>
          </a:xfrm>
          <a:prstGeom prst="rect">
            <a:avLst/>
          </a:prstGeom>
          <a:solidFill>
            <a:srgbClr val="E8E8E8"/>
          </a:solidFill>
          <a:ln w="12700">
            <a:solidFill>
              <a:srgbClr val="D0D0D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17720" y="1444752"/>
            <a:ext cx="4114800" cy="2093976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4617720" y="3538728"/>
            <a:ext cx="411480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4727448" y="3593592"/>
            <a:ext cx="389534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RECEPTACLE INSTALLATION AND LABELING</a:t>
            </a:r>
            <a:endParaRPr lang="en-US" sz="900" dirty="0"/>
          </a:p>
        </p:txBody>
      </p:sp>
      <p:sp>
        <p:nvSpPr>
          <p:cNvPr id="14" name="Shape 8"/>
          <p:cNvSpPr/>
          <p:nvPr/>
        </p:nvSpPr>
        <p:spPr>
          <a:xfrm>
            <a:off x="411480" y="4105656"/>
            <a:ext cx="4114800" cy="2093976"/>
          </a:xfrm>
          <a:prstGeom prst="rect">
            <a:avLst/>
          </a:prstGeom>
          <a:solidFill>
            <a:srgbClr val="E8E8E8"/>
          </a:solidFill>
          <a:ln w="12700">
            <a:solidFill>
              <a:srgbClr val="D0D0D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11480" y="4105656"/>
            <a:ext cx="4114800" cy="209397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411480" y="6199632"/>
            <a:ext cx="411480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21208" y="6254496"/>
            <a:ext cx="389534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RECEPTACLE TESTING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4617720" y="4105656"/>
            <a:ext cx="4114800" cy="2093976"/>
          </a:xfrm>
          <a:prstGeom prst="rect">
            <a:avLst/>
          </a:prstGeom>
          <a:solidFill>
            <a:srgbClr val="E8E8E8"/>
          </a:solidFill>
          <a:ln w="12700">
            <a:solidFill>
              <a:srgbClr val="D0D0D0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17720" y="4105656"/>
            <a:ext cx="4114800" cy="2093976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617720" y="6199632"/>
            <a:ext cx="411480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4727448" y="6254496"/>
            <a:ext cx="389534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RO-5001 PANELBOARD LABELING / IR-10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05  PHOTOS OF AUDIO 6 HOLES  1 / 1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36576"/>
            <a:ext cx="1554480" cy="521208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017520"/>
                <a:gridCol w="118872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Office Receptacle Installation / Hole Cutting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2026-07-08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Office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 Electric 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11480" y="1444752"/>
            <a:ext cx="4114800" cy="4754880"/>
          </a:xfrm>
          <a:prstGeom prst="rect">
            <a:avLst/>
          </a:prstGeom>
          <a:solidFill>
            <a:srgbClr val="E8E8E8"/>
          </a:solidFill>
          <a:ln w="12700">
            <a:solidFill>
              <a:srgbClr val="D0D0D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1480" y="1444752"/>
            <a:ext cx="4114800" cy="475488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411480" y="6199632"/>
            <a:ext cx="411480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521208" y="6254496"/>
            <a:ext cx="389534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HOLE FRONT SIDE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4617720" y="1444752"/>
            <a:ext cx="4114800" cy="4754880"/>
          </a:xfrm>
          <a:prstGeom prst="rect">
            <a:avLst/>
          </a:prstGeom>
          <a:solidFill>
            <a:srgbClr val="E8E8E8"/>
          </a:solidFill>
          <a:ln w="12700">
            <a:solidFill>
              <a:srgbClr val="D0D0D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17720" y="1444752"/>
            <a:ext cx="4114800" cy="475488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4617720" y="6199632"/>
            <a:ext cx="411480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4727448" y="6254496"/>
            <a:ext cx="389534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HOLE BACK SIDE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2026-07-13T11:39:13Z</dcterms:created>
  <dcterms:modified xsi:type="dcterms:W3CDTF">2026-07-13T11:39:13Z</dcterms:modified>
</cp:coreProperties>
</file>